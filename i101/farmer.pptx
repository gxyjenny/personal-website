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PT Sans Narrow"/>
      <p:regular r:id="rId15"/>
      <p:bold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TSansNarrow-regular.fntdata"/><Relationship Id="rId14" Type="http://schemas.openxmlformats.org/officeDocument/2006/relationships/slide" Target="slides/slide10.xml"/><Relationship Id="rId17" Type="http://schemas.openxmlformats.org/officeDocument/2006/relationships/font" Target="fonts/OpenSans-regular.fntdata"/><Relationship Id="rId16" Type="http://schemas.openxmlformats.org/officeDocument/2006/relationships/font" Target="fonts/PTSansNarrow-bold.fntdata"/><Relationship Id="rId5" Type="http://schemas.openxmlformats.org/officeDocument/2006/relationships/slide" Target="slides/slide1.xml"/><Relationship Id="rId19" Type="http://schemas.openxmlformats.org/officeDocument/2006/relationships/font" Target="fonts/OpenSans-italic.fntdata"/><Relationship Id="rId6" Type="http://schemas.openxmlformats.org/officeDocument/2006/relationships/slide" Target="slides/slide2.xml"/><Relationship Id="rId18" Type="http://schemas.openxmlformats.org/officeDocument/2006/relationships/font" Target="fonts/Open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100"/>
              <a:buChar char="●"/>
              <a:defRPr sz="1100"/>
            </a:lvl1pPr>
            <a:lvl2pPr lvl="1">
              <a:spcBef>
                <a:spcPts val="0"/>
              </a:spcBef>
              <a:buSzPts val="1100"/>
              <a:buChar char="○"/>
              <a:defRPr sz="1100"/>
            </a:lvl2pPr>
            <a:lvl3pPr lvl="2">
              <a:spcBef>
                <a:spcPts val="0"/>
              </a:spcBef>
              <a:buSzPts val="1100"/>
              <a:buChar char="■"/>
              <a:defRPr sz="1100"/>
            </a:lvl3pPr>
            <a:lvl4pPr lvl="3">
              <a:spcBef>
                <a:spcPts val="0"/>
              </a:spcBef>
              <a:buSzPts val="1100"/>
              <a:buChar char="●"/>
              <a:defRPr sz="1100"/>
            </a:lvl4pPr>
            <a:lvl5pPr lvl="4">
              <a:spcBef>
                <a:spcPts val="0"/>
              </a:spcBef>
              <a:buSzPts val="1100"/>
              <a:buChar char="○"/>
              <a:defRPr sz="1100"/>
            </a:lvl5pPr>
            <a:lvl6pPr lvl="5">
              <a:spcBef>
                <a:spcPts val="0"/>
              </a:spcBef>
              <a:buSzPts val="1100"/>
              <a:buChar char="■"/>
              <a:defRPr sz="1100"/>
            </a:lvl6pPr>
            <a:lvl7pPr lvl="6">
              <a:spcBef>
                <a:spcPts val="0"/>
              </a:spcBef>
              <a:buSzPts val="1100"/>
              <a:buChar char="●"/>
              <a:defRPr sz="1100"/>
            </a:lvl7pPr>
            <a:lvl8pPr lvl="7">
              <a:spcBef>
                <a:spcPts val="0"/>
              </a:spcBef>
              <a:buSzPts val="1100"/>
              <a:buChar char="○"/>
              <a:defRPr sz="1100"/>
            </a:lvl8pPr>
            <a:lvl9pPr lvl="8">
              <a:spcBef>
                <a:spcPts val="0"/>
              </a:spcBef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Shape 6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Shape 7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Shape 8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Shape 8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Shape 9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Shape 10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Shape 10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Shape 11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hape 10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Shape 11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" name="Shape 1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Shape 13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Shape 1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" name="Shape 15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Shape 16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Shape 17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" name="Shape 18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 algn="ctr">
              <a:spcBef>
                <a:spcPts val="0"/>
              </a:spcBef>
              <a:buSzPts val="5400"/>
              <a:buNone/>
              <a:defRPr sz="5400"/>
            </a:lvl1pPr>
            <a:lvl2pPr lvl="1" algn="ctr">
              <a:spcBef>
                <a:spcPts val="0"/>
              </a:spcBef>
              <a:buSzPts val="5400"/>
              <a:buNone/>
              <a:defRPr sz="5400"/>
            </a:lvl2pPr>
            <a:lvl3pPr lvl="2" algn="ctr">
              <a:spcBef>
                <a:spcPts val="0"/>
              </a:spcBef>
              <a:buSzPts val="5400"/>
              <a:buNone/>
              <a:defRPr sz="5400"/>
            </a:lvl3pPr>
            <a:lvl4pPr lvl="3" algn="ctr">
              <a:spcBef>
                <a:spcPts val="0"/>
              </a:spcBef>
              <a:buSzPts val="5400"/>
              <a:buNone/>
              <a:defRPr sz="5400"/>
            </a:lvl4pPr>
            <a:lvl5pPr lvl="4" algn="ctr">
              <a:spcBef>
                <a:spcPts val="0"/>
              </a:spcBef>
              <a:buSzPts val="5400"/>
              <a:buNone/>
              <a:defRPr sz="5400"/>
            </a:lvl5pPr>
            <a:lvl6pPr lvl="5" algn="ctr">
              <a:spcBef>
                <a:spcPts val="0"/>
              </a:spcBef>
              <a:buSzPts val="5400"/>
              <a:buNone/>
              <a:defRPr sz="5400"/>
            </a:lvl6pPr>
            <a:lvl7pPr lvl="6" algn="ctr">
              <a:spcBef>
                <a:spcPts val="0"/>
              </a:spcBef>
              <a:buSzPts val="5400"/>
              <a:buNone/>
              <a:defRPr sz="5400"/>
            </a:lvl7pPr>
            <a:lvl8pPr lvl="7" algn="ctr">
              <a:spcBef>
                <a:spcPts val="0"/>
              </a:spcBef>
              <a:buSzPts val="5400"/>
              <a:buNone/>
              <a:defRPr sz="5400"/>
            </a:lvl8pPr>
            <a:lvl9pPr lvl="8" algn="ctr">
              <a:spcBef>
                <a:spcPts val="0"/>
              </a:spcBef>
              <a:buSzPts val="5400"/>
              <a:buNone/>
              <a:defRPr sz="5400"/>
            </a:lvl9pPr>
          </a:lstStyle>
          <a:p/>
        </p:txBody>
      </p:sp>
      <p:sp>
        <p:nvSpPr>
          <p:cNvPr id="19" name="Shape 19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Shape 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secHead">
  <p:cSld name="Section 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3" name="Shape 2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 algn="ctr">
              <a:spcBef>
                <a:spcPts val="0"/>
              </a:spcBef>
              <a:buSzPts val="3600"/>
              <a:buNone/>
              <a:defRPr/>
            </a:lvl1pPr>
            <a:lvl2pPr lvl="1" algn="ctr">
              <a:spcBef>
                <a:spcPts val="0"/>
              </a:spcBef>
              <a:buSzPts val="3600"/>
              <a:buNone/>
              <a:defRPr/>
            </a:lvl2pPr>
            <a:lvl3pPr lvl="2" algn="ctr">
              <a:spcBef>
                <a:spcPts val="0"/>
              </a:spcBef>
              <a:buSzPts val="3600"/>
              <a:buNone/>
              <a:defRPr/>
            </a:lvl3pPr>
            <a:lvl4pPr lvl="3" algn="ctr">
              <a:spcBef>
                <a:spcPts val="0"/>
              </a:spcBef>
              <a:buSzPts val="3600"/>
              <a:buNone/>
              <a:defRPr/>
            </a:lvl4pPr>
            <a:lvl5pPr lvl="4" algn="ctr">
              <a:spcBef>
                <a:spcPts val="0"/>
              </a:spcBef>
              <a:buSzPts val="3600"/>
              <a:buNone/>
              <a:defRPr/>
            </a:lvl5pPr>
            <a:lvl6pPr lvl="5" algn="ctr">
              <a:spcBef>
                <a:spcPts val="0"/>
              </a:spcBef>
              <a:buSzPts val="3600"/>
              <a:buNone/>
              <a:defRPr/>
            </a:lvl6pPr>
            <a:lvl7pPr lvl="6" algn="ctr">
              <a:spcBef>
                <a:spcPts val="0"/>
              </a:spcBef>
              <a:buSzPts val="3600"/>
              <a:buNone/>
              <a:defRPr/>
            </a:lvl7pPr>
            <a:lvl8pPr lvl="7" algn="ctr">
              <a:spcBef>
                <a:spcPts val="0"/>
              </a:spcBef>
              <a:buSzPts val="3600"/>
              <a:buNone/>
              <a:defRPr/>
            </a:lvl8pPr>
            <a:lvl9pPr lvl="8" algn="ctr">
              <a:spcBef>
                <a:spcPts val="0"/>
              </a:spcBef>
              <a:buSzPts val="3600"/>
              <a:buNone/>
              <a:defRPr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x">
  <p:cSld name="Title and 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7" name="Shape 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3600"/>
              <a:buNone/>
              <a:defRPr/>
            </a:lvl1pPr>
            <a:lvl2pPr lvl="1">
              <a:spcBef>
                <a:spcPts val="0"/>
              </a:spcBef>
              <a:buSzPts val="3600"/>
              <a:buNone/>
              <a:defRPr/>
            </a:lvl2pPr>
            <a:lvl3pPr lvl="2">
              <a:spcBef>
                <a:spcPts val="0"/>
              </a:spcBef>
              <a:buSzPts val="3600"/>
              <a:buNone/>
              <a:defRPr/>
            </a:lvl3pPr>
            <a:lvl4pPr lvl="3">
              <a:spcBef>
                <a:spcPts val="0"/>
              </a:spcBef>
              <a:buSzPts val="3600"/>
              <a:buNone/>
              <a:defRPr/>
            </a:lvl4pPr>
            <a:lvl5pPr lvl="4">
              <a:spcBef>
                <a:spcPts val="0"/>
              </a:spcBef>
              <a:buSzPts val="3600"/>
              <a:buNone/>
              <a:defRPr/>
            </a:lvl5pPr>
            <a:lvl6pPr lvl="5">
              <a:spcBef>
                <a:spcPts val="0"/>
              </a:spcBef>
              <a:buSzPts val="3600"/>
              <a:buNone/>
              <a:defRPr/>
            </a:lvl6pPr>
            <a:lvl7pPr lvl="6">
              <a:spcBef>
                <a:spcPts val="0"/>
              </a:spcBef>
              <a:buSzPts val="3600"/>
              <a:buNone/>
              <a:defRPr/>
            </a:lvl7pPr>
            <a:lvl8pPr lvl="7">
              <a:spcBef>
                <a:spcPts val="0"/>
              </a:spcBef>
              <a:buSzPts val="3600"/>
              <a:buNone/>
              <a:defRPr/>
            </a:lvl8pPr>
            <a:lvl9pPr lvl="8">
              <a:spcBef>
                <a:spcPts val="0"/>
              </a:spcBef>
              <a:buSzPts val="3600"/>
              <a:buNone/>
              <a:defRPr/>
            </a:lvl9pPr>
          </a:lstStyle>
          <a:p/>
        </p:txBody>
      </p:sp>
      <p:sp>
        <p:nvSpPr>
          <p:cNvPr id="28" name="Shape 2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800"/>
              <a:buChar char="●"/>
              <a:defRPr/>
            </a:lvl1pPr>
            <a:lvl2pPr lvl="1">
              <a:spcBef>
                <a:spcPts val="0"/>
              </a:spcBef>
              <a:buSzPts val="1400"/>
              <a:buChar char="○"/>
              <a:defRPr/>
            </a:lvl2pPr>
            <a:lvl3pPr lvl="2">
              <a:spcBef>
                <a:spcPts val="0"/>
              </a:spcBef>
              <a:buSzPts val="1400"/>
              <a:buChar char="■"/>
              <a:defRPr/>
            </a:lvl3pPr>
            <a:lvl4pPr lvl="3">
              <a:spcBef>
                <a:spcPts val="0"/>
              </a:spcBef>
              <a:buSzPts val="1400"/>
              <a:buChar char="●"/>
              <a:defRPr/>
            </a:lvl4pPr>
            <a:lvl5pPr lvl="4">
              <a:spcBef>
                <a:spcPts val="0"/>
              </a:spcBef>
              <a:buSzPts val="1400"/>
              <a:buChar char="○"/>
              <a:defRPr/>
            </a:lvl5pPr>
            <a:lvl6pPr lvl="5">
              <a:spcBef>
                <a:spcPts val="0"/>
              </a:spcBef>
              <a:buSzPts val="1400"/>
              <a:buChar char="■"/>
              <a:defRPr/>
            </a:lvl6pPr>
            <a:lvl7pPr lvl="6">
              <a:spcBef>
                <a:spcPts val="0"/>
              </a:spcBef>
              <a:buSzPts val="1400"/>
              <a:buChar char="●"/>
              <a:defRPr/>
            </a:lvl7pPr>
            <a:lvl8pPr lvl="7">
              <a:spcBef>
                <a:spcPts val="0"/>
              </a:spcBef>
              <a:buSzPts val="1400"/>
              <a:buChar char="○"/>
              <a:defRPr/>
            </a:lvl8pPr>
            <a:lvl9pPr lvl="8">
              <a:spcBef>
                <a:spcPts val="0"/>
              </a:spcBef>
              <a:buSzPts val="1400"/>
              <a:buChar char="■"/>
              <a:defRPr/>
            </a:lvl9pPr>
          </a:lstStyle>
          <a:p/>
        </p:txBody>
      </p:sp>
      <p:sp>
        <p:nvSpPr>
          <p:cNvPr id="29" name="Shape 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woColTx">
  <p:cSld name="Title and two 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3600"/>
              <a:buNone/>
              <a:defRPr/>
            </a:lvl1pPr>
            <a:lvl2pPr lvl="1">
              <a:spcBef>
                <a:spcPts val="0"/>
              </a:spcBef>
              <a:buSzPts val="3600"/>
              <a:buNone/>
              <a:defRPr/>
            </a:lvl2pPr>
            <a:lvl3pPr lvl="2">
              <a:spcBef>
                <a:spcPts val="0"/>
              </a:spcBef>
              <a:buSzPts val="3600"/>
              <a:buNone/>
              <a:defRPr/>
            </a:lvl3pPr>
            <a:lvl4pPr lvl="3">
              <a:spcBef>
                <a:spcPts val="0"/>
              </a:spcBef>
              <a:buSzPts val="3600"/>
              <a:buNone/>
              <a:defRPr/>
            </a:lvl4pPr>
            <a:lvl5pPr lvl="4">
              <a:spcBef>
                <a:spcPts val="0"/>
              </a:spcBef>
              <a:buSzPts val="3600"/>
              <a:buNone/>
              <a:defRPr/>
            </a:lvl5pPr>
            <a:lvl6pPr lvl="5">
              <a:spcBef>
                <a:spcPts val="0"/>
              </a:spcBef>
              <a:buSzPts val="3600"/>
              <a:buNone/>
              <a:defRPr/>
            </a:lvl6pPr>
            <a:lvl7pPr lvl="6">
              <a:spcBef>
                <a:spcPts val="0"/>
              </a:spcBef>
              <a:buSzPts val="3600"/>
              <a:buNone/>
              <a:defRPr/>
            </a:lvl7pPr>
            <a:lvl8pPr lvl="7">
              <a:spcBef>
                <a:spcPts val="0"/>
              </a:spcBef>
              <a:buSzPts val="3600"/>
              <a:buNone/>
              <a:defRPr/>
            </a:lvl8pPr>
            <a:lvl9pPr lvl="8">
              <a:spcBef>
                <a:spcPts val="0"/>
              </a:spcBef>
              <a:buSzPts val="3600"/>
              <a:buNone/>
              <a:defRPr/>
            </a:lvl9pPr>
          </a:lstStyle>
          <a:p/>
        </p:txBody>
      </p:sp>
      <p:sp>
        <p:nvSpPr>
          <p:cNvPr id="32" name="Shape 32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400"/>
              <a:buChar char="●"/>
              <a:defRPr sz="14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/>
        </p:txBody>
      </p:sp>
      <p:sp>
        <p:nvSpPr>
          <p:cNvPr id="33" name="Shape 33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400"/>
              <a:buChar char="●"/>
              <a:defRPr sz="14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3600"/>
              <a:buNone/>
              <a:defRPr/>
            </a:lvl1pPr>
            <a:lvl2pPr lvl="1">
              <a:spcBef>
                <a:spcPts val="0"/>
              </a:spcBef>
              <a:buSzPts val="3600"/>
              <a:buNone/>
              <a:defRPr/>
            </a:lvl2pPr>
            <a:lvl3pPr lvl="2">
              <a:spcBef>
                <a:spcPts val="0"/>
              </a:spcBef>
              <a:buSzPts val="3600"/>
              <a:buNone/>
              <a:defRPr/>
            </a:lvl3pPr>
            <a:lvl4pPr lvl="3">
              <a:spcBef>
                <a:spcPts val="0"/>
              </a:spcBef>
              <a:buSzPts val="3600"/>
              <a:buNone/>
              <a:defRPr/>
            </a:lvl4pPr>
            <a:lvl5pPr lvl="4">
              <a:spcBef>
                <a:spcPts val="0"/>
              </a:spcBef>
              <a:buSzPts val="3600"/>
              <a:buNone/>
              <a:defRPr/>
            </a:lvl5pPr>
            <a:lvl6pPr lvl="5">
              <a:spcBef>
                <a:spcPts val="0"/>
              </a:spcBef>
              <a:buSzPts val="3600"/>
              <a:buNone/>
              <a:defRPr/>
            </a:lvl6pPr>
            <a:lvl7pPr lvl="6">
              <a:spcBef>
                <a:spcPts val="0"/>
              </a:spcBef>
              <a:buSzPts val="3600"/>
              <a:buNone/>
              <a:defRPr/>
            </a:lvl7pPr>
            <a:lvl8pPr lvl="7">
              <a:spcBef>
                <a:spcPts val="0"/>
              </a:spcBef>
              <a:buSzPts val="3600"/>
              <a:buNone/>
              <a:defRPr/>
            </a:lvl8pPr>
            <a:lvl9pPr lvl="8">
              <a:spcBef>
                <a:spcPts val="0"/>
              </a:spcBef>
              <a:buSzPts val="3600"/>
              <a:buNone/>
              <a:defRPr/>
            </a:lvl9pPr>
          </a:lstStyle>
          <a:p/>
        </p:txBody>
      </p:sp>
      <p:sp>
        <p:nvSpPr>
          <p:cNvPr id="37" name="Shape 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One column 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/>
        </p:txBody>
      </p:sp>
      <p:sp>
        <p:nvSpPr>
          <p:cNvPr id="40" name="Shape 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200"/>
              <a:buChar char="●"/>
              <a:defRPr sz="12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/>
        </p:txBody>
      </p:sp>
      <p:sp>
        <p:nvSpPr>
          <p:cNvPr id="41" name="Shape 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ain 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ection title and 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cxnSp>
        <p:nvCxnSpPr>
          <p:cNvPr id="47" name="Shape 4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" name="Shape 48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 algn="ctr">
              <a:spcBef>
                <a:spcPts val="0"/>
              </a:spcBef>
              <a:buSzPts val="4200"/>
              <a:buNone/>
              <a:defRPr sz="4200"/>
            </a:lvl1pPr>
            <a:lvl2pPr lvl="1" algn="ctr">
              <a:spcBef>
                <a:spcPts val="0"/>
              </a:spcBef>
              <a:buSzPts val="4200"/>
              <a:buNone/>
              <a:defRPr sz="4200"/>
            </a:lvl2pPr>
            <a:lvl3pPr lvl="2" algn="ctr">
              <a:spcBef>
                <a:spcPts val="0"/>
              </a:spcBef>
              <a:buSzPts val="4200"/>
              <a:buNone/>
              <a:defRPr sz="4200"/>
            </a:lvl3pPr>
            <a:lvl4pPr lvl="3" algn="ctr">
              <a:spcBef>
                <a:spcPts val="0"/>
              </a:spcBef>
              <a:buSzPts val="4200"/>
              <a:buNone/>
              <a:defRPr sz="4200"/>
            </a:lvl4pPr>
            <a:lvl5pPr lvl="4" algn="ctr">
              <a:spcBef>
                <a:spcPts val="0"/>
              </a:spcBef>
              <a:buSzPts val="4200"/>
              <a:buNone/>
              <a:defRPr sz="4200"/>
            </a:lvl5pPr>
            <a:lvl6pPr lvl="5" algn="ctr">
              <a:spcBef>
                <a:spcPts val="0"/>
              </a:spcBef>
              <a:buSzPts val="4200"/>
              <a:buNone/>
              <a:defRPr sz="4200"/>
            </a:lvl6pPr>
            <a:lvl7pPr lvl="6" algn="ctr">
              <a:spcBef>
                <a:spcPts val="0"/>
              </a:spcBef>
              <a:buSzPts val="4200"/>
              <a:buNone/>
              <a:defRPr sz="4200"/>
            </a:lvl7pPr>
            <a:lvl8pPr lvl="7" algn="ctr">
              <a:spcBef>
                <a:spcPts val="0"/>
              </a:spcBef>
              <a:buSzPts val="4200"/>
              <a:buNone/>
              <a:defRPr sz="4200"/>
            </a:lvl8pPr>
            <a:lvl9pPr lvl="8" algn="ctr">
              <a:spcBef>
                <a:spcPts val="0"/>
              </a:spcBef>
              <a:buSzPts val="4200"/>
              <a:buNone/>
              <a:defRPr sz="4200"/>
            </a:lvl9pPr>
          </a:lstStyle>
          <a:p/>
        </p:txBody>
      </p:sp>
      <p:sp>
        <p:nvSpPr>
          <p:cNvPr id="49" name="Shape 4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Shape 5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Shape 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Capti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Shape 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Big 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7" name="Shape 57"/>
          <p:cNvSpPr txBox="1"/>
          <p:nvPr>
            <p:ph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 algn="ctr">
              <a:spcBef>
                <a:spcPts val="0"/>
              </a:spcBef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8" name="Shape 58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algn="ctr">
              <a:spcBef>
                <a:spcPts val="0"/>
              </a:spcBef>
              <a:buSzPts val="1800"/>
              <a:buChar char="●"/>
              <a:defRPr/>
            </a:lvl1pPr>
            <a:lvl2pPr lvl="1" algn="ctr">
              <a:spcBef>
                <a:spcPts val="0"/>
              </a:spcBef>
              <a:buSzPts val="1400"/>
              <a:buChar char="○"/>
              <a:defRPr/>
            </a:lvl2pPr>
            <a:lvl3pPr lvl="2" algn="ctr">
              <a:spcBef>
                <a:spcPts val="0"/>
              </a:spcBef>
              <a:buSzPts val="1400"/>
              <a:buChar char="■"/>
              <a:defRPr/>
            </a:lvl3pPr>
            <a:lvl4pPr lvl="3" algn="ctr">
              <a:spcBef>
                <a:spcPts val="0"/>
              </a:spcBef>
              <a:buSzPts val="1400"/>
              <a:buChar char="●"/>
              <a:defRPr/>
            </a:lvl4pPr>
            <a:lvl5pPr lvl="4" algn="ctr">
              <a:spcBef>
                <a:spcPts val="0"/>
              </a:spcBef>
              <a:buSzPts val="1400"/>
              <a:buChar char="○"/>
              <a:defRPr/>
            </a:lvl5pPr>
            <a:lvl6pPr lvl="5" algn="ctr">
              <a:spcBef>
                <a:spcPts val="0"/>
              </a:spcBef>
              <a:buSzPts val="1400"/>
              <a:buChar char="■"/>
              <a:defRPr/>
            </a:lvl6pPr>
            <a:lvl7pPr lvl="6" algn="ctr">
              <a:spcBef>
                <a:spcPts val="0"/>
              </a:spcBef>
              <a:buSzPts val="1400"/>
              <a:buChar char="●"/>
              <a:defRPr/>
            </a:lvl7pPr>
            <a:lvl8pPr lvl="7" algn="ctr">
              <a:spcBef>
                <a:spcPts val="0"/>
              </a:spcBef>
              <a:buSzPts val="1400"/>
              <a:buChar char="○"/>
              <a:defRPr/>
            </a:lvl8pPr>
            <a:lvl9pPr lvl="8" algn="ctr">
              <a:spcBef>
                <a:spcPts val="0"/>
              </a:spcBef>
              <a:buSzPts val="1400"/>
              <a:buChar char="■"/>
              <a:defRPr/>
            </a:lvl9pPr>
          </a:lstStyle>
          <a:p/>
        </p:txBody>
      </p:sp>
      <p:sp>
        <p:nvSpPr>
          <p:cNvPr id="59" name="Shape 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invis.io/MJEPCQGSG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Shape 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chemeClr val="accent2"/>
                </a:solidFill>
              </a:rPr>
              <a:t>Problem	</a:t>
            </a:r>
          </a:p>
        </p:txBody>
      </p:sp>
      <p:sp>
        <p:nvSpPr>
          <p:cNvPr id="72" name="Shape 7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Due to demographic shift in audience, farmer’s markets are facing a decrease in consumers 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Farmer’s markets are not </a:t>
            </a:r>
            <a:r>
              <a:rPr lang="en"/>
              <a:t>utilizing</a:t>
            </a:r>
            <a:r>
              <a:rPr lang="en"/>
              <a:t> growing technology to combat this issue</a:t>
            </a:r>
          </a:p>
          <a:p>
            <a:pPr indent="-342900" lvl="0" marL="457200" rtl="0">
              <a:spcBef>
                <a:spcPts val="0"/>
              </a:spcBef>
              <a:buSzPts val="1800"/>
              <a:buChar char="●"/>
            </a:pPr>
            <a:r>
              <a:rPr lang="en"/>
              <a:t>Farmers of a local county are creating and utilizing market stands as a way of reaching the public and selling produce. It has become increasingly difficult to let customers know where and when they will be set up and be open for business.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chemeClr val="accent2"/>
                </a:solidFill>
              </a:rPr>
              <a:t>Scope</a:t>
            </a:r>
          </a:p>
        </p:txBody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affects farmers markets throughout the nation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87.2% of consumers consider local farm food “very/somewhat important” (Tropp, “Why Local Food Matters”)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Accessibility an ongoing problem with lack of distribution and weak marketing infrastructure (Tropp, “Why Local Food Matters”)</a:t>
            </a:r>
          </a:p>
          <a:p>
            <a:pPr indent="-342900" lvl="0" marL="457200">
              <a:spcBef>
                <a:spcPts val="0"/>
              </a:spcBef>
              <a:buSzPts val="1800"/>
              <a:buChar char="●"/>
            </a:pPr>
            <a:r>
              <a:rPr lang="en"/>
              <a:t>Consumers have growing distrust of national chains to provide them with fresh, local produce (Tropp, “Why Local Food Matters”)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chemeClr val="accent2"/>
                </a:solidFill>
              </a:rPr>
              <a:t>Scenario</a:t>
            </a:r>
          </a:p>
        </p:txBody>
      </p:sp>
      <p:sp>
        <p:nvSpPr>
          <p:cNvPr id="84" name="Shape 8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Family unable to find fresh food at a national chain, has nowhere to turn to give their children fresh produce </a:t>
            </a:r>
          </a:p>
          <a:p>
            <a:pPr indent="-342900" lvl="0" marL="457200" rtl="0">
              <a:spcBef>
                <a:spcPts val="0"/>
              </a:spcBef>
              <a:buSzPts val="1800"/>
              <a:buChar char="●"/>
            </a:pPr>
            <a:r>
              <a:rPr lang="en"/>
              <a:t>Consumers want fresh, local produce, but are unsure where they are available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chemeClr val="accent2"/>
                </a:solidFill>
              </a:rPr>
              <a:t>Primary Research</a:t>
            </a:r>
          </a:p>
        </p:txBody>
      </p:sp>
      <p:sp>
        <p:nvSpPr>
          <p:cNvPr id="90" name="Shape 9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With the mobile app marketing strategies and information about the current state for farmers markets, having a mobile app will not only attract users, but continue to engage them as the demographic for farmer markets become more technological</a:t>
            </a:r>
          </a:p>
        </p:txBody>
      </p:sp>
      <p:pic>
        <p:nvPicPr>
          <p:cNvPr descr="Forms response chart. Question title: Which platform would be the best solution?. Number of responses: 41 responses." id="91" name="Shape 91"/>
          <p:cNvPicPr preferRelativeResize="0"/>
          <p:nvPr/>
        </p:nvPicPr>
        <p:blipFill rotWithShape="1">
          <a:blip r:embed="rId3">
            <a:alphaModFix/>
          </a:blip>
          <a:srcRect b="0" l="1555" r="13454" t="0"/>
          <a:stretch/>
        </p:blipFill>
        <p:spPr>
          <a:xfrm>
            <a:off x="311700" y="2818875"/>
            <a:ext cx="4275025" cy="214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s response chart. Question title: Would an app (or website) encourage you to go to farmer markets more?. Number of responses: 41 responses." id="92" name="Shape 92"/>
          <p:cNvPicPr preferRelativeResize="0"/>
          <p:nvPr/>
        </p:nvPicPr>
        <p:blipFill rotWithShape="1">
          <a:blip r:embed="rId4">
            <a:alphaModFix/>
          </a:blip>
          <a:srcRect b="0" l="2608" r="2882" t="0"/>
          <a:stretch/>
        </p:blipFill>
        <p:spPr>
          <a:xfrm>
            <a:off x="4392300" y="2846650"/>
            <a:ext cx="4608748" cy="20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chemeClr val="accent2"/>
                </a:solidFill>
              </a:rPr>
              <a:t>Secondary Research</a:t>
            </a:r>
          </a:p>
        </p:txBody>
      </p:sp>
      <p:sp>
        <p:nvSpPr>
          <p:cNvPr id="98" name="Shape 9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87.2% of consumers consider local farm food “very/somewhat important”(Tropp, “Why Local Food Matters”)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Harder for farmer markets to retain their customers (Carman, “For some growers, farmers markets just aren’t what they used to be”)</a:t>
            </a:r>
          </a:p>
          <a:p>
            <a:pPr indent="-342900" lvl="0" marL="457200" rtl="0">
              <a:spcBef>
                <a:spcPts val="0"/>
              </a:spcBef>
              <a:buSzPts val="1800"/>
              <a:buChar char="●"/>
            </a:pPr>
            <a:r>
              <a:rPr lang="en"/>
              <a:t>Making an app user friendly will help user engagement/retention, as well as promoting the app to peak users’ interests (Gauchet, “The Ultimate iPhone App Marketing Strategy Guide”)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chemeClr val="accent2"/>
                </a:solidFill>
              </a:rPr>
              <a:t>Research Insights</a:t>
            </a:r>
          </a:p>
        </p:txBody>
      </p:sp>
      <p:sp>
        <p:nvSpPr>
          <p:cNvPr id="104" name="Shape 10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conducted shows that solution of mobile app is viable </a:t>
            </a:r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Topic research, market research, survey results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Consumers trust farmers markets the most to provide them fresh, local food (Tropp, “Why Local Food Matters”)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need for local food has increased so much that consumers are willing to pay more for it (Tropp, “Why Local Food Matters”)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Survey results show mobile app is best platform for solution </a:t>
            </a:r>
          </a:p>
          <a:p>
            <a:pPr indent="-342900" lvl="0" marL="457200" rtl="0">
              <a:spcBef>
                <a:spcPts val="0"/>
              </a:spcBef>
              <a:buSzPts val="1800"/>
              <a:buChar char="●"/>
            </a:pPr>
            <a:r>
              <a:rPr lang="en"/>
              <a:t>Market research shows app marketing is low cost, and easy to engage users (Gauchet, “The Ultimate iPhone App Marketing Strategy Guide”)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chemeClr val="accent2"/>
                </a:solidFill>
              </a:rPr>
              <a:t>Solution Introduction </a:t>
            </a:r>
          </a:p>
        </p:txBody>
      </p:sp>
      <p:sp>
        <p:nvSpPr>
          <p:cNvPr id="110" name="Shape 11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New solution - no apps in App Store or Google Play Store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 Audience - younger, more technological demographic 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Minimum viable product is location and time of the market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</a:t>
            </a:r>
            <a:r>
              <a:rPr lang="en"/>
              <a:t>obile app would streamline the user's experience by having the app downloaded on their phone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Shows the information of when the farmer’s market is open, as well as the location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map will show the location of each particular stand</a:t>
            </a:r>
          </a:p>
          <a:p>
            <a:pPr indent="-342900" lvl="0" marL="457200">
              <a:spcBef>
                <a:spcPts val="0"/>
              </a:spcBef>
              <a:buSzPts val="1800"/>
              <a:buChar char="●"/>
            </a:pPr>
            <a:r>
              <a:rPr lang="en"/>
              <a:t>Users can see the fruits and vegetables that each stand offers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chemeClr val="accent2"/>
                </a:solidFill>
              </a:rPr>
              <a:t>Solution Mockup </a:t>
            </a:r>
          </a:p>
        </p:txBody>
      </p:sp>
      <p:sp>
        <p:nvSpPr>
          <p:cNvPr id="116" name="Shape 1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117" name="Shape 1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2000" y="1190125"/>
            <a:ext cx="2088099" cy="37140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pic>
      <p:pic>
        <p:nvPicPr>
          <p:cNvPr id="118" name="Shape 1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1963" y="1194275"/>
            <a:ext cx="2088101" cy="371404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pic>
      <p:pic>
        <p:nvPicPr>
          <p:cNvPr id="119" name="Shape 1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11925" y="1194275"/>
            <a:ext cx="2088101" cy="371405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chemeClr val="accent2"/>
                </a:solidFill>
              </a:rPr>
              <a:t>Solution Reception (Potential) </a:t>
            </a:r>
          </a:p>
        </p:txBody>
      </p:sp>
      <p:sp>
        <p:nvSpPr>
          <p:cNvPr id="125" name="Shape 12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Based off of topic research, app market research, and user research survey- anticipating a positive reaction to the app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Demographic shift is leaning more towards a more technological audience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Farmers markets must adapt in order to continue to appeal to its consumers</a:t>
            </a:r>
          </a:p>
          <a:p>
            <a:pPr indent="-342900" lvl="0" marL="457200" rtl="0">
              <a:spcBef>
                <a:spcPts val="0"/>
              </a:spcBef>
              <a:buSzPts val="1800"/>
              <a:buChar char="●"/>
            </a:pPr>
            <a:r>
              <a:rPr lang="en"/>
              <a:t>A mobile app would satisfy the consumer need, and not only keep them interested in farmers market, but encourage them to regularly attend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